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5FA8D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Adaptive Reader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Reading Companion for Dyslexia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eye-tracking that adapts text, spacing, and support the moment a reader struggles.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 Clock 2k26  |  Coimbatore Institute of Technology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isn't the same for every mind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 is a learning difference that affects reading fluency and comprehension — not intelligence. Standard static text, in a fixed font at a fixed pace, forces every reader into the same mold.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73405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their place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3044952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skip or repeat lines, breaking reading flow.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69417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struggle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4005072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words or passages take far longer to decode.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65429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frustration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4965192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compounds silently — no one is watching for 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35240" y="16002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0956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Adaptation Today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09560" y="2423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font for every reader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09560" y="30449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3044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spacing, regardless of need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09560" y="366674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3666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when comprehension drops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09560" y="42885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42885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arrives only after the fact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5FA8D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AI reading companion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FA8D3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1945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3063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352044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Computer Vision to analyze text on screen and track a reader's engagement in real time.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87452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FA8D3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21945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063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352044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live adjustments — font, spacing, background colour — the moment struggle is detected.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FA8D3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21945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73252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32520" y="3063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732520" y="352044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contextual help: NLP-based simplified definitions and text-to-speech, right when it's needed.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app flows,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file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990088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a document inside the app.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61104" y="26289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7992" y="16916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4024" y="194767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64024" y="260604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camera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4024" y="2990088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chooses the webcam used for gaze input.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29016" y="26289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75904" y="16916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31936" y="194767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631936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31936" y="260604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31936" y="2990088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pulled from the file, in reading order.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" y="455371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2120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text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112" y="5596128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content is rendered on screen.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61104" y="52349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07992" y="42976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64024" y="455371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764024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64024" y="52120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gaze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64024" y="5596128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tracks eye movement &amp; on-screen coordinates.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29016" y="52349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75904" y="42976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631936" y="455371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8631936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631936" y="52120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adapt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631936" y="5596128"/>
            <a:ext cx="3099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is flagged; layout &amp; support adjust live.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gaze to a struggle signal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9-point gaze calibration maps iris position to screen coordinates.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54680" y="184708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47288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47288" y="22860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landmarks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7288" y="2624328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 tracks iris &amp; head pose per frame.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33288" y="184708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25896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25896" y="22860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words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25896" y="2624328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coordinates are matched to word/line bounding boxes.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11896" y="184708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04504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dwell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04504" y="2624328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Time-per-word &amp; regressions are compared to a reading baseline.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5FA8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06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heuristic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553712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dwell time on a word/line exceeds ~2–3× the reader's average, or gaze repeatedly regresses backward → the system flags a struggle event and triggers adaptation.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5257800"/>
            <a:ext cx="9966960" cy="0"/>
          </a:xfrm>
          <a:prstGeom prst="line">
            <a:avLst/>
          </a:prstGeom>
          <a:noFill/>
          <a:ln w="9525">
            <a:solidFill>
              <a:srgbClr val="5FA8D3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14400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calibration matters: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83280" y="5394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calibration step is the #1 reason webcam gaze-tracking demos fail — raw iris position alone isn't accurate enough to map to screen coordinates.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STRUGGLE IS DETECTED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reading experience responds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84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&amp; spacing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letter, word, and line spacing; switches to a dyslexia-friendly typeface for the struggling passage.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1984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contrast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background tone and contrast to reduce visual crowding and glare on the page.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245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difficult word or line aloud on demand, reinforcing decoding with audio.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062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42245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definitions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892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an NLP-generated, plain-language definition for the specific word causing delay.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5FA8D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powers each layer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5FA8D3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 / Iris, OpenCV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5FA8D3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965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377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PyMuPDF, Tesseract OCR (word-level boxes)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5FA8D3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1965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41080" y="2377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/ lightweight LLM for definitions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5FA8D3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840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2519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/ gTTS for text-to-speech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576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5FA8D3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840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42519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canvas-based text renderer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0" y="36576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5FA8D3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3840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41080" y="42519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service coordinating CV → NLP →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that arrives at the moment of need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10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8775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estimated to show dyslexic traits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9136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— no manual settings, no delay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senses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52395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engaged: visual, audio, and contextual text support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12080" y="1691640"/>
            <a:ext cx="6309360" cy="4434840"/>
          </a:xfrm>
          <a:prstGeom prst="roundRect">
            <a:avLst>
              <a:gd name="adj" fmla="val 2474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5400000">
              <a:srgbClr val="1A1A1A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1965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hackathon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0" y="251460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514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45973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tool for schools, libraries, and self-study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38328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3383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332841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existing document — no special format needed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0" y="425196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4251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419709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silently, without singling the reader out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0" y="512064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5120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506577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to other reading differences (ADHD-related focus loss, low vision)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5FA8D3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Reader — helping every reader keep their flow.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9  |  Code O Clock 2k26  |  Coimbatore Institute of Technology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2026-08-21T11:44:48Z</dcterms:created>
  <dcterms:modified xsi:type="dcterms:W3CDTF">2026-08-21T11:44:48Z</dcterms:modified>
</cp:coreProperties>
</file>